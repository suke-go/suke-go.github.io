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UHQTlfEI+csLamCeayAKUTr/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9610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descr="GitHub - julienc91/react-countdown360: A simple and customizable React  circular countdown that counts down a number of seconds.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93695" y="5165387"/>
            <a:ext cx="1407735" cy="141125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 rot="5400000">
            <a:off x="3920331" y="-1121034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9610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title"/>
          </p:nvPr>
        </p:nvSpPr>
        <p:spPr>
          <a:xfrm>
            <a:off x="838200" y="5005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ja-JP" sz="4000"/>
              <a:t>ポスター／デモ・展示ファストフォワード</a:t>
            </a:r>
            <a:endParaRPr/>
          </a:p>
        </p:txBody>
      </p:sp>
      <p:sp>
        <p:nvSpPr>
          <p:cNvPr id="86" name="Google Shape;86;p1"/>
          <p:cNvSpPr txBox="1"/>
          <p:nvPr>
            <p:ph idx="1" type="body"/>
          </p:nvPr>
        </p:nvSpPr>
        <p:spPr>
          <a:xfrm>
            <a:off x="838200" y="19610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発表時間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ja-JP"/>
              <a:t>60秒/件（10秒（タイトル）＋50秒（コンテンツ））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ja-JP"/>
              <a:t>スライドは自動的に切り替わるので、操作は不要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発表順番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ja-JP"/>
              <a:t>詳細プログラム順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ja-JP"/>
              <a:t>スムーズな進行にご協力をお願いいたします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ja-JP" sz="2400"/>
              <a:t>スライド2ページ目以降の「</a:t>
            </a:r>
            <a:r>
              <a:rPr lang="ja-JP" sz="2400">
                <a:latin typeface="Arial"/>
                <a:ea typeface="Arial"/>
                <a:cs typeface="Arial"/>
                <a:sym typeface="Arial"/>
              </a:rPr>
              <a:t>X-##」（タイトル横及び右上）は、</a:t>
            </a:r>
            <a:br>
              <a:rPr lang="ja-JP" sz="2400">
                <a:latin typeface="Arial"/>
                <a:ea typeface="Arial"/>
                <a:cs typeface="Arial"/>
                <a:sym typeface="Arial"/>
              </a:rPr>
            </a:br>
            <a:r>
              <a:rPr lang="ja-JP" sz="2400">
                <a:latin typeface="Arial"/>
                <a:ea typeface="Arial"/>
                <a:cs typeface="Arial"/>
                <a:sym typeface="Arial"/>
              </a:rPr>
              <a:t>公式HP上に掲載される発表番号（ID）を記入いただけますと幸いです。</a:t>
            </a:r>
            <a:br>
              <a:rPr lang="ja-JP" sz="2400">
                <a:latin typeface="Arial"/>
                <a:ea typeface="Arial"/>
                <a:cs typeface="Arial"/>
                <a:sym typeface="Arial"/>
              </a:rPr>
            </a:br>
            <a:r>
              <a:rPr lang="ja-JP" sz="2400">
                <a:latin typeface="Arial"/>
                <a:ea typeface="Arial"/>
                <a:cs typeface="Arial"/>
                <a:sym typeface="Arial"/>
              </a:rPr>
              <a:t>（easyChair上の番号ではありません） 。</a:t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ja-JP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ja-JP">
                <a:latin typeface="Arial"/>
                <a:ea typeface="Arial"/>
                <a:cs typeface="Arial"/>
                <a:sym typeface="Arial"/>
              </a:rPr>
              <a:t>-02</a:t>
            </a:r>
            <a:r>
              <a:rPr lang="ja-JP"/>
              <a:t>	あいだに現れる像</a:t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ja-JP"/>
              <a:t>清水紘輔</a:t>
            </a:r>
            <a:r>
              <a:rPr lang="ja-JP"/>
              <a:t>（</a:t>
            </a:r>
            <a:r>
              <a:rPr lang="ja-JP"/>
              <a:t>筑波大学</a:t>
            </a:r>
            <a:r>
              <a:rPr lang="ja-JP"/>
              <a:t>），</a:t>
            </a:r>
            <a:r>
              <a:rPr lang="ja-JP"/>
              <a:t>松原正樹</a:t>
            </a:r>
            <a:r>
              <a:rPr lang="ja-JP"/>
              <a:t>（</a:t>
            </a:r>
            <a:r>
              <a:rPr lang="ja-JP"/>
              <a:t>筑波大学）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800" u="none" cap="none" strike="noStrike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NICOGRAPH 2025　　ポスター／デモ・展示ファストフォワード　　 No. X-##</a:t>
            </a:r>
            <a:endParaRPr b="1" i="0" sz="2800" u="none" cap="none" strike="noStrike">
              <a:solidFill>
                <a:schemeClr val="lt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800" u="none" cap="none" strike="noStrike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NICOGRAPH 2025　　ポスター／デモ・展示ファストフォワード　　 No. X-##</a:t>
            </a:r>
            <a:endParaRPr b="1" i="0" sz="2800" u="none" cap="none" strike="noStrike">
              <a:solidFill>
                <a:schemeClr val="lt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838200" y="4111675"/>
            <a:ext cx="1051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システム概要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拍動取得システム（聴診器に小型マイクを取り付け、信号処理を行う。）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実際に拍動音を取得するために、デュアルマイクノイズキャンセリング・ノイズ抑制処理を行っている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また包絡などの取得により、だいたいのHRVの取得もできている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触覚フィードバックシステム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ビジュアルシステム（拍動取得システムから得られた情報をもとに、ビジュアルを生成する）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766695"/>
            <a:ext cx="5513786" cy="3101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6557925" y="766700"/>
            <a:ext cx="5091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狙い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人々の主体性（agency）が相互作用の中で成立するということの表現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自分一人で完結して「私」なのではなく、他者と隣り合い、触れ合い、離れているという「あいだ」の空間において、初めて「取り替えのきかない私」として存在できる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ja-JP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人間を大量のセンサで計測することへの小さな反逆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2023-10-16T14:04:35Z</dcterms:created>
</cp:coreProperties>
</file>